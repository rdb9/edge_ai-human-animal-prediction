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6" r:id="rId2"/>
    <p:sldId id="259" r:id="rId3"/>
    <p:sldId id="265" r:id="rId4"/>
    <p:sldId id="261" r:id="rId5"/>
    <p:sldId id="260" r:id="rId6"/>
    <p:sldId id="263" r:id="rId7"/>
    <p:sldId id="266" r:id="rId8"/>
    <p:sldId id="267" r:id="rId9"/>
    <p:sldId id="268" r:id="rId10"/>
    <p:sldId id="269" r:id="rId11"/>
    <p:sldId id="270" r:id="rId12"/>
    <p:sldId id="272" r:id="rId13"/>
    <p:sldId id="273" r:id="rId14"/>
    <p:sldId id="27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41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5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2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20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93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3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0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7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4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1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5237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10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9243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12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592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7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9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820" y="353896"/>
            <a:ext cx="6315528" cy="1234727"/>
          </a:xfrm>
        </p:spPr>
        <p:txBody>
          <a:bodyPr/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Edge-AI Based Human and Animal Detection using ESP32-CAM</a:t>
            </a:r>
            <a:endParaRPr lang="de-D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010" y="1526031"/>
            <a:ext cx="6070365" cy="614808"/>
          </a:xfrm>
        </p:spPr>
        <p:txBody>
          <a:bodyPr>
            <a:normAutofit/>
          </a:bodyPr>
          <a:lstStyle/>
          <a:p>
            <a:r>
              <a:rPr lang="en-IN" sz="1050" i="1" dirty="0"/>
              <a:t>Presented By- Dhanush Babu Ravinuthala</a:t>
            </a:r>
          </a:p>
          <a:p>
            <a:r>
              <a:rPr lang="en-IN" sz="1050" i="1" dirty="0"/>
              <a:t>Matriculate </a:t>
            </a:r>
            <a:r>
              <a:rPr lang="en-IN" sz="1050" i="1" dirty="0" err="1"/>
              <a:t>Nr</a:t>
            </a:r>
            <a:r>
              <a:rPr lang="en-IN" sz="1050" i="1" dirty="0"/>
              <a:t>. 1610103</a:t>
            </a:r>
            <a:endParaRPr lang="de-DE" sz="1050" i="1" dirty="0"/>
          </a:p>
        </p:txBody>
      </p:sp>
      <p:sp>
        <p:nvSpPr>
          <p:cNvPr id="4" name="Rectangle 3"/>
          <p:cNvSpPr/>
          <p:nvPr/>
        </p:nvSpPr>
        <p:spPr>
          <a:xfrm>
            <a:off x="957785" y="2661367"/>
            <a:ext cx="631552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</a:t>
            </a:r>
          </a:p>
          <a:p>
            <a:endParaRPr lang="en-US" sz="1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vision systems rely on powerful computers or cloud processing. This project demonstrates how object classification can run directly on a small microcontroller using Edge 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implements an Edge AI system using ESP32‑CAM to detect whether the captured image contains a human or an animal.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machine learning model trained with Edge Impulse and runs inference directly on the ESP32 device.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82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Detect whether an image contains a human or an animal</a:t>
            </a:r>
          </a:p>
          <a:p>
            <a:r>
              <a:rPr dirty="0"/>
              <a:t>• Run ML inference directly on ESP32‑CAM</a:t>
            </a:r>
          </a:p>
          <a:p>
            <a:r>
              <a:rPr dirty="0"/>
              <a:t>• Train and deploy a lightweight ML model</a:t>
            </a:r>
          </a:p>
          <a:p>
            <a:r>
              <a:rPr dirty="0"/>
              <a:t>• Demonstrate real‑time Edge AI capability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Two classes were used:</a:t>
            </a:r>
          </a:p>
          <a:p>
            <a:r>
              <a:rPr dirty="0"/>
              <a:t>• Human</a:t>
            </a:r>
          </a:p>
          <a:p>
            <a:r>
              <a:rPr dirty="0"/>
              <a:t>• Animal</a:t>
            </a:r>
          </a:p>
          <a:p>
            <a:endParaRPr dirty="0"/>
          </a:p>
          <a:p>
            <a:r>
              <a:rPr dirty="0"/>
              <a:t>Images were collected and uploaded to Edge Impulse for training.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ESP32‑CAM module</a:t>
            </a:r>
          </a:p>
          <a:p>
            <a:r>
              <a:t>• ESP‑CAM‑MB programmer board</a:t>
            </a:r>
          </a:p>
          <a:p>
            <a:r>
              <a:t>• USB cable</a:t>
            </a:r>
          </a:p>
          <a:p>
            <a:r>
              <a:t>• Laptop for development</a:t>
            </a:r>
          </a:p>
          <a:p>
            <a:r>
              <a:t>• WiFi connection (optional)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ESP32 Camera → Image Capture → Pre‑processing → Edge Impulse ML Model → Classification → Output (Human / </a:t>
            </a:r>
            <a:r>
              <a:rPr dirty="0" smtClean="0"/>
              <a:t>Animal)</a:t>
            </a:r>
            <a:endParaRPr lang="en-IN" dirty="0" smtClean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70" y="3235980"/>
            <a:ext cx="6100982" cy="25668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Arduino IDE</a:t>
            </a:r>
          </a:p>
          <a:p>
            <a:r>
              <a:t>• Edge Impulse Web Studio</a:t>
            </a:r>
          </a:p>
          <a:p>
            <a:r>
              <a:t>• ESP32 Arduino Core</a:t>
            </a:r>
          </a:p>
          <a:p>
            <a:r>
              <a:t>• Edge Impulse Inference SDK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Impulse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46601"/>
            <a:ext cx="6347714" cy="3880773"/>
          </a:xfrm>
        </p:spPr>
        <p:txBody>
          <a:bodyPr/>
          <a:lstStyle/>
          <a:p>
            <a:r>
              <a:rPr dirty="0"/>
              <a:t>Impulse blocks used:</a:t>
            </a:r>
          </a:p>
          <a:p>
            <a:r>
              <a:rPr dirty="0"/>
              <a:t>• Image Input</a:t>
            </a:r>
          </a:p>
          <a:p>
            <a:r>
              <a:rPr dirty="0"/>
              <a:t>• Image Processing</a:t>
            </a:r>
          </a:p>
          <a:p>
            <a:r>
              <a:rPr dirty="0"/>
              <a:t>• Classification Neural Network</a:t>
            </a:r>
          </a:p>
          <a:p>
            <a:pPr lvl="0"/>
            <a:r>
              <a:rPr lang="en-US" dirty="0"/>
              <a:t>Resize mode: </a:t>
            </a:r>
            <a:r>
              <a:rPr lang="en-US" b="1" dirty="0" smtClean="0"/>
              <a:t>Squash</a:t>
            </a:r>
            <a:endParaRPr dirty="0"/>
          </a:p>
          <a:p>
            <a:r>
              <a:rPr dirty="0"/>
              <a:t>Image size used: 96 × 96 pixels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130" y="3742580"/>
            <a:ext cx="4224130" cy="2916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12720"/>
            <a:ext cx="6347714" cy="3880773"/>
          </a:xfrm>
        </p:spPr>
        <p:txBody>
          <a:bodyPr/>
          <a:lstStyle/>
          <a:p>
            <a:r>
              <a:rPr dirty="0"/>
              <a:t>The dataset was used to train a lightweight neural network model inside Edge Impulse. Training includes feature extraction and classification model optimization.</a:t>
            </a: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582" y="2964554"/>
            <a:ext cx="5034253" cy="3386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330" y="1375399"/>
            <a:ext cx="6347714" cy="3880773"/>
          </a:xfrm>
        </p:spPr>
        <p:txBody>
          <a:bodyPr/>
          <a:lstStyle/>
          <a:p>
            <a:r>
              <a:rPr dirty="0"/>
              <a:t>The trained model was exported as an Arduino library and </a:t>
            </a:r>
            <a:r>
              <a:rPr dirty="0" smtClean="0"/>
              <a:t>integrated </a:t>
            </a:r>
            <a:r>
              <a:rPr dirty="0"/>
              <a:t>into the ESP32‑CAM project</a:t>
            </a:r>
            <a:r>
              <a:rPr dirty="0" smtClean="0"/>
              <a:t>.</a:t>
            </a:r>
            <a:endParaRPr lang="en-IN" dirty="0" smtClean="0"/>
          </a:p>
          <a:p>
            <a:r>
              <a:rPr lang="en-US" dirty="0"/>
              <a:t>Accuracy: </a:t>
            </a:r>
          </a:p>
          <a:p>
            <a:r>
              <a:rPr lang="en-US" b="1" i="1" dirty="0"/>
              <a:t>	93.2 %</a:t>
            </a:r>
            <a:endParaRPr lang="en-US" dirty="0"/>
          </a:p>
          <a:p>
            <a:r>
              <a:rPr lang="en-US" dirty="0"/>
              <a:t>Additional metrics: </a:t>
            </a:r>
          </a:p>
          <a:p>
            <a:pPr lvl="0"/>
            <a:r>
              <a:rPr lang="en-US" dirty="0"/>
              <a:t>Weighted Precision ≈ 0.93</a:t>
            </a:r>
          </a:p>
          <a:p>
            <a:pPr lvl="0"/>
            <a:r>
              <a:rPr lang="en-US" dirty="0"/>
              <a:t>Weighted Recall ≈ 0.93</a:t>
            </a:r>
          </a:p>
          <a:p>
            <a:pPr lvl="0"/>
            <a:r>
              <a:rPr lang="en-US" dirty="0"/>
              <a:t>Weighted F1 Score ≈ 0.93</a:t>
            </a:r>
          </a:p>
          <a:p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446" y="2270677"/>
            <a:ext cx="4835953" cy="41798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on ESP32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1. Install Edge Impulse Arduino library</a:t>
            </a:r>
          </a:p>
          <a:p>
            <a:r>
              <a:t>2. Upload inference code</a:t>
            </a:r>
          </a:p>
          <a:p>
            <a:r>
              <a:t>3. Capture image using ESP32‑CAM</a:t>
            </a:r>
          </a:p>
          <a:p>
            <a:r>
              <a:t>4. Run classification locally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system outputs probabilities for each class:</a:t>
            </a:r>
          </a:p>
          <a:p>
            <a:r>
              <a:rPr dirty="0" smtClean="0"/>
              <a:t>Results </a:t>
            </a:r>
            <a:r>
              <a:rPr dirty="0"/>
              <a:t>are printed in the Serial Monitor.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r="10455"/>
          <a:stretch/>
        </p:blipFill>
        <p:spPr bwMode="auto">
          <a:xfrm>
            <a:off x="4814292" y="3239024"/>
            <a:ext cx="3852629" cy="25700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50" y="3239024"/>
            <a:ext cx="4280454" cy="25700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Smart security cameras</a:t>
            </a:r>
          </a:p>
          <a:p>
            <a:r>
              <a:t>• Wildlife monitoring</a:t>
            </a:r>
          </a:p>
          <a:p>
            <a:r>
              <a:t>• Smart farms</a:t>
            </a:r>
          </a:p>
          <a:p>
            <a:r>
              <a:t>• Animal detection systems</a:t>
            </a:r>
          </a:p>
          <a:p>
            <a:r>
              <a:t>• Edge AI research projects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the power of Edge AI by running machine learning directly on an ESP32‑CAM device. The system can detect humans or animals efficiently without cloud processing.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real‑time camera streaming</a:t>
            </a:r>
          </a:p>
          <a:p>
            <a:r>
              <a:t>• Improve model accuracy with larger datasets</a:t>
            </a:r>
          </a:p>
          <a:p>
            <a:r>
              <a:t>• Add bounding box detection</a:t>
            </a:r>
          </a:p>
          <a:p>
            <a:r>
              <a:t>• Integrate alert systems (LED / notification)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409</Words>
  <Application>Microsoft Office PowerPoint</Application>
  <PresentationFormat>On-screen Show (4:3)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Times New Roman</vt:lpstr>
      <vt:lpstr>Trebuchet MS</vt:lpstr>
      <vt:lpstr>Wingdings 3</vt:lpstr>
      <vt:lpstr>Facet</vt:lpstr>
      <vt:lpstr>Edge-AI Based Human and Animal Detection using ESP32-CAM</vt:lpstr>
      <vt:lpstr>Objective</vt:lpstr>
      <vt:lpstr>Dataset Collection</vt:lpstr>
      <vt:lpstr>Hardware Components</vt:lpstr>
      <vt:lpstr>System Architecture</vt:lpstr>
      <vt:lpstr>Software Tools Used</vt:lpstr>
      <vt:lpstr>Impulse Design</vt:lpstr>
      <vt:lpstr>Model Training</vt:lpstr>
      <vt:lpstr>Model Deployment</vt:lpstr>
      <vt:lpstr>Implementation on ESP32</vt:lpstr>
      <vt:lpstr>Prediction Output</vt:lpstr>
      <vt:lpstr>Applications</vt:lpstr>
      <vt:lpstr>Conclusion</vt:lpstr>
      <vt:lpstr>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Edge-AI Based Human and Animal Detection using ESP32-CAM</dc:title>
  <dc:subject/>
  <dc:creator/>
  <cp:keywords/>
  <dc:description>generated using python-pptx</dc:description>
  <cp:lastModifiedBy>Dhanush Ravinuthala</cp:lastModifiedBy>
  <cp:revision>8</cp:revision>
  <dcterms:created xsi:type="dcterms:W3CDTF">2013-01-27T09:14:16Z</dcterms:created>
  <dcterms:modified xsi:type="dcterms:W3CDTF">2026-03-11T16:49:30Z</dcterms:modified>
  <cp:category/>
</cp:coreProperties>
</file>